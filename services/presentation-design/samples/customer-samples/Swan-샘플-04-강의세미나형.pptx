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embeddedFontLst>
    <p:embeddedFont>
      <p:font typeface="Pretendard" pitchFamily="2" charset="-127"/>
      <p:regular r:id="rIdSwanFont1"/>
      <p:bold r:id="rIdSwan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SwanFont1" Type="http://schemas.openxmlformats.org/officeDocument/2006/relationships/font" Target="fonts/font1.fntdata"/><Relationship Id="rIdSwan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75336" y="2331720"/>
            <a:ext cx="102410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4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자막 파일, 맡기기 전에 알아둘 것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975336" y="3703320"/>
            <a:ext cx="10241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소상공인·교육 담당자를 위한 30분 특강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5623560"/>
            <a:ext cx="1024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Swan(스완) 교육 자료  ·  2026.09.22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목차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178308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950671" y="178308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 파일이란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75336" y="240030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950671" y="240030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자막이 틀리는 지점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975336" y="301752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950671" y="301752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맡길 때 확인할 것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975336" y="3634740"/>
            <a:ext cx="8534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950671" y="3634740"/>
            <a:ext cx="926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기준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 파일이란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 파일이란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 파일이란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SRT는 '언제, 무슨 말'을 적은 글 파일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645920"/>
            <a:ext cx="7071183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65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번호 → 시작·끝 시각 → 대사 순서</a:t>
            </a:r>
            <a:endParaRPr lang="en-US" sz="2200" dirty="0"/>
          </a:p>
          <a:p>
            <a:pPr marL="203200" indent="-203200">
              <a:lnSpc>
                <a:spcPct val="150000"/>
              </a:lnSpc>
              <a:spcAft>
                <a:spcPts val="165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유튜브·영상 편집기에 그대로 올릴 수 있음</a:t>
            </a:r>
            <a:endParaRPr lang="en-US" sz="2200" dirty="0"/>
          </a:p>
          <a:p>
            <a:pPr marL="203200" indent="-203200">
              <a:lnSpc>
                <a:spcPct val="150000"/>
              </a:lnSpc>
              <a:spcAft>
                <a:spcPts val="165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영상에 입히는 것과는 다른 작업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168436" y="1645920"/>
            <a:ext cx="3486825" cy="2743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270" y="1851660"/>
            <a:ext cx="29991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줄 기준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412270" y="2263140"/>
            <a:ext cx="29991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20자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8412270" y="3223260"/>
            <a:ext cx="299915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두 줄까지, 초당 15자 이내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자막이 틀리는 지점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자막이 틀리는 지점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자막이 틀리는 지점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중간부터 몇 초씩 밀리는데, 앞뒤만 보면 모른다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645920"/>
            <a:ext cx="7071183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65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사례: 33분 영상, 중간부터 최대 10초 밀림</a:t>
            </a:r>
            <a:endParaRPr lang="en-US" sz="2200" dirty="0"/>
          </a:p>
          <a:p>
            <a:pPr marL="203200" indent="-203200">
              <a:lnSpc>
                <a:spcPct val="150000"/>
              </a:lnSpc>
              <a:spcAft>
                <a:spcPts val="165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처음·중간·끝만 확인해서 놓침</a:t>
            </a:r>
            <a:endParaRPr lang="en-US" sz="2200" dirty="0"/>
          </a:p>
          <a:p>
            <a:pPr marL="203200" indent="-203200">
              <a:lnSpc>
                <a:spcPct val="150000"/>
              </a:lnSpc>
              <a:spcAft>
                <a:spcPts val="165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구간을 실제 말과 대조해야 잡힘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168436" y="1645920"/>
            <a:ext cx="3486825" cy="27432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412270" y="1851660"/>
            <a:ext cx="299915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놓친 밀림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412270" y="2263140"/>
            <a:ext cx="2999157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10초</a:t>
            </a:r>
            <a:endParaRPr lang="en-US" sz="6000" dirty="0"/>
          </a:p>
        </p:txBody>
      </p:sp>
      <p:sp>
        <p:nvSpPr>
          <p:cNvPr id="10" name="Text 8"/>
          <p:cNvSpPr txBox="1"/>
          <p:nvPr/>
        </p:nvSpPr>
        <p:spPr>
          <a:xfrm>
            <a:off x="8412270" y="3223260"/>
            <a:ext cx="299915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33분 영상 사례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맡길 때 확인할 것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맡길 때 확인할 것</a:t>
            </a:r>
            <a:endParaRPr lang="en-US" sz="3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맡길 때 확인할 것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 가지만 물어보면 된다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645920"/>
            <a:ext cx="53643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물어볼 것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36435" y="2125980"/>
            <a:ext cx="5364346" cy="2743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36435" y="2331720"/>
            <a:ext cx="536434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65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싱크를 어디까지 확인하나</a:t>
            </a:r>
            <a:endParaRPr lang="en-US" sz="2200" dirty="0"/>
          </a:p>
          <a:p>
            <a:pPr marL="203200" indent="-203200">
              <a:lnSpc>
                <a:spcPct val="150000"/>
              </a:lnSpc>
              <a:spcAft>
                <a:spcPts val="165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수정은 몇 회 포함인가</a:t>
            </a:r>
            <a:endParaRPr lang="en-US" sz="2200" dirty="0"/>
          </a:p>
          <a:p>
            <a:pPr marL="203200" indent="-203200">
              <a:lnSpc>
                <a:spcPct val="150000"/>
              </a:lnSpc>
              <a:spcAft>
                <a:spcPts val="165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결제는 안전결제인가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6290915" y="1645920"/>
            <a:ext cx="536434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Swan의 답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290915" y="2125980"/>
            <a:ext cx="5364346" cy="27432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90915" y="2331720"/>
            <a:ext cx="5364346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50000"/>
              </a:lnSpc>
              <a:spcAft>
                <a:spcPts val="165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 구간 대조, 밀린 지점 표시</a:t>
            </a:r>
            <a:endParaRPr lang="en-US" sz="2200" dirty="0"/>
          </a:p>
          <a:p>
            <a:pPr marL="203200" indent="-203200">
              <a:lnSpc>
                <a:spcPct val="150000"/>
              </a:lnSpc>
              <a:spcAft>
                <a:spcPts val="165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 2회·문서 3회</a:t>
            </a:r>
            <a:endParaRPr lang="en-US" sz="2200" dirty="0"/>
          </a:p>
          <a:p>
            <a:pPr marL="203200" indent="-203200">
              <a:lnSpc>
                <a:spcPct val="150000"/>
              </a:lnSpc>
              <a:spcAft>
                <a:spcPts val="165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숨고페이 안전결제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기준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975336" y="2057400"/>
            <a:ext cx="2438339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975336" y="3566160"/>
            <a:ext cx="10241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기준</a:t>
            </a:r>
            <a:endParaRPr lang="en-US" sz="3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기준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 32,000원부터, 길이 구간별 정액</a:t>
            </a:r>
            <a:endParaRPr lang="en-US" sz="3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6435" y="1645920"/>
          <a:ext cx="11118826" cy="914400"/>
        </p:xfrm>
        <a:graphic>
          <a:graphicData uri="http://schemas.openxmlformats.org/drawingml/2006/table">
            <a:tbl>
              <a:tblPr/>
              <a:tblGrid>
                <a:gridCol w="3113271"/>
                <a:gridCol w="2668518"/>
                <a:gridCol w="2668518"/>
                <a:gridCol w="266851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영상 길이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금액(원)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포함 수정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납기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3A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5분 이내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32,000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b="1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당일~1일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10분 이내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49,000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당일~1일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30분 이내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89,000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당일~1일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30분 초과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89,000 + 5분당 20,000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2회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800" dirty="0">
                          <a:solidFill>
                            <a:srgbClr val="1F293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당일~1일</a:t>
                      </a:r>
                      <a:endParaRPr lang="en-US" sz="18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000" marR="5400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36435" y="3813048"/>
            <a:ext cx="111188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한국어 영상 기준. 번역 자막은 자막 금액의 120%(천 원 단위 반올림). 영상에 입히기 5분당 15,000원 별도.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 기준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자막 외 작업도 기준이 정해져 있다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36435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80268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C2410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21,000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780268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작성 A4 2쪽 (원)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80268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3회 포함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28052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1886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39,000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4571886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PPT 변환 7장 (원)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4571886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 2회 포함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119669" y="2057400"/>
            <a:ext cx="3535592" cy="31546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63503" y="2400300"/>
            <a:ext cx="3047924" cy="891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15,000</a:t>
            </a:r>
            <a:endParaRPr lang="en-US" sz="6000" dirty="0"/>
          </a:p>
        </p:txBody>
      </p:sp>
      <p:sp>
        <p:nvSpPr>
          <p:cNvPr id="16" name="Text 14"/>
          <p:cNvSpPr txBox="1"/>
          <p:nvPr/>
        </p:nvSpPr>
        <p:spPr>
          <a:xfrm>
            <a:off x="8363503" y="349758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영상에 자막 입히기 (원)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8363503" y="4320540"/>
            <a:ext cx="30479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5분당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요약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세 가지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17830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146019" y="17830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싱크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146019" y="22288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앞뒤가 아니라 전 구간을 확인해야 한다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536435" y="28117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146019" y="28117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수정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146019" y="32575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포함 횟수를 먼저 확인한다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536435" y="3840480"/>
            <a:ext cx="487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1146019" y="384048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비용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146019" y="4286250"/>
            <a:ext cx="97533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길이 구간별 정액, 5분 32,000원부터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536435" y="5074920"/>
            <a:ext cx="11118826" cy="0"/>
          </a:xfrm>
          <a:prstGeom prst="line">
            <a:avLst/>
          </a:prstGeom>
          <a:noFill/>
          <a:ln w="9525">
            <a:solidFill>
              <a:srgbClr val="1E3A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36435" y="5212080"/>
            <a:ext cx="365750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단계·요청 사항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36435" y="5554980"/>
            <a:ext cx="1111882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길이와 스크립트 유무만 알려주시면 금액을 바로 안내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4003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10362941" y="6515100"/>
            <a:ext cx="129232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13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536435" y="651510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 샘플 자료 · 실제 단가 기준(2026.09)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36435" y="205740"/>
            <a:ext cx="609584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맺음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36435" y="541782"/>
            <a:ext cx="1111882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질문은 숨고·크몽 채팅으로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975336" y="2743200"/>
            <a:ext cx="102410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길이 확인   →   견적   →   자료 전달   →   납품·검수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975336" y="3840480"/>
            <a:ext cx="102410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1E3A8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문의  </a:t>
            </a:r>
            <a:pPr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1F293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Swan(스완) · 숨고·크몽 채팅으로 문의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영상 자막 파일, 맡기기 전에 알아둘 것</dc:title>
  <dc:subject>PptxGenJS Presentation</dc:subject>
  <dc:creator>Swan</dc:creator>
  <cp:lastModifiedBy>Swan</cp:lastModifiedBy>
  <cp:revision>1</cp:revision>
  <dcterms:created xsi:type="dcterms:W3CDTF">2026-09-22T04:56:44Z</dcterms:created>
  <dcterms:modified xsi:type="dcterms:W3CDTF">2026-09-22T04:56:44Z</dcterms:modified>
</cp:coreProperties>
</file>