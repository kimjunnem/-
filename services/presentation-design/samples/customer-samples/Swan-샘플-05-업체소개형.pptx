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디지털 제작 서비스 소개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자막 · 문서 작성·편집 · PPT 변환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 ·  2026.09.22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하나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하나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하나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가지만 합니다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자막 SRT 제작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32,000원부터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작성·편집·교정·타이핑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21,000원부터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원고를 발표 자료로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7장 39,000원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다른가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다른가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다른가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대충 하지 않는다는 걸 방식으로 보여드립니다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자막은 처음부터 끝까지 실제 말과 대조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요청서 내용을 그대로 되짚고 확인 질문 하나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가능한 것과 안 되는 것을 먼저 말씀드림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포함 수정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400" b="1" dirty="0">
                <a:solidFill>
                  <a:srgbClr val="92400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2~3회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2회 · 문서 3회 · PPT 2회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가격표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113271"/>
                <a:gridCol w="2668518"/>
                <a:gridCol w="2668518"/>
                <a:gridCol w="26685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영상 길이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포함 수정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납기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5분 이내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 이내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이내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초과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 + 5분당 20,000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81304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영상 기준. 번역 자막은 자막 금액의 120%(천 원 단위 반올림). 영상에 입히기 5분당 15,000원 별도.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문서·PPT 가격표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113271"/>
                <a:gridCol w="2446142"/>
                <a:gridCol w="2779707"/>
                <a:gridCol w="2779707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작업 종류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금액(원)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포함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초과 단가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F3F4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 작성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A4 2쪽(1,500자)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쪽당 9,000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양식·편집 정리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쪽당 1,500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교정·교열·윤문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4쪽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쪽당 5,000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녹취 타이핑(속기)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분당 1,800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 변환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7장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3장당 12,000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422452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수정 3회(학교 과제 2회), PPT 수정 2회 포함. 40쪽 초과분 쪽당 3,500원, 100쪽 초과는 접수하지 않음.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채팅으로 시작해서 채팅으로 끝납니다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길이·자료 알려주기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숨고페이 안전결제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받아보고 거래 확정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 하나로 안내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제작·검수</a:t>
            </a:r>
            <a:endParaRPr lang="en-US" sz="1800" dirty="0"/>
          </a:p>
          <a:p>
            <a:pPr marL="203200" indent="-203200">
              <a:lnSpc>
                <a:spcPct val="150000"/>
              </a:lnSpc>
              <a:spcAft>
                <a:spcPts val="1350"/>
              </a:spcAft>
              <a:buSzPct val="100000"/>
              <a:buChar char="•"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당일~1일 납품, 수정 반영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정해진 가격, 정해진 검수, 안전결제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길이·쪽수 구간별 정액, 숨고·크몽 동일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확인 후 담당자 최종 승인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숨고페이 안전결제, 납품 확인 후 정산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길이 또는 문서 쪽수만 알려주세요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3F3F4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숨고·크몽 채팅으로 문의하시면 됩니다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 →   견적   →   제작·검수   →   납품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3F4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· 숨고·크몽 채팅으로 문의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Swan 디지털 제작 서비스 소개</dc:title>
  <dc:subject>PptxGenJS Presentation</dc:subject>
  <dc:creator>Swan</dc:creator>
  <cp:lastModifiedBy>Swan</cp:lastModifiedBy>
  <cp:revision>1</cp:revision>
  <dcterms:created xsi:type="dcterms:W3CDTF">2026-09-22T04:56:44Z</dcterms:created>
  <dcterms:modified xsi:type="dcterms:W3CDTF">2026-09-22T04:56:44Z</dcterms:modified>
</cp:coreProperties>
</file>