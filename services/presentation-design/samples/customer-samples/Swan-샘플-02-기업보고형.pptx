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편당 비용(원)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내부 처리</c:v>
                  </c:pt>
                  <c:pt idx="1">
                    <c:v>Swan 외주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120000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편당 비용(원) 강조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내부 처리</c:v>
                  </c:pt>
                  <c:pt idx="1">
                    <c:v>Swan 외주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49000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외주 제작비 현황과 단가 비교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자막·제안서 편집 외주 전환 검토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○○ 마케팅팀 (예시)  ·  2026.09.22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비교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시 비용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75336" y="363474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50671" y="363474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사항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8편 영상 자막에 팀 인력 24시간 투입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8편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자막 제작 영상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10분 내외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투입 시간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약 3시간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싱크 검수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밀림 사고 월 1~2건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비교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비교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비교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영상 1편 49,000원, 내부 인건비 대비 40% 수준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113271"/>
                <a:gridCol w="2668518"/>
                <a:gridCol w="2668518"/>
                <a:gridCol w="26685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영상 길이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포함 수정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납기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초과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 + 5분당 20,000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81304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영상 기준. 번역 자막은 자막 금액의 120%(천 원 단위 반올림). 영상에 입히기 5분당 15,000원 별도.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비교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비용: 내부 처리 12만 원 → 외주 4.9만 원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6435" y="1645920"/>
          <a:ext cx="7315017" cy="39090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5623560"/>
            <a:ext cx="7315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처리 = 3시간 × 시간당 인건비 40,000원(예시). 외주 = 10분 이내 자막 단가.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68436" y="1783080"/>
            <a:ext cx="34868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59%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168436" y="2743200"/>
            <a:ext cx="34868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편당 71,000원 절감. 월 8편 기준 568,000원.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시 비용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시 비용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시 비용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8편 전환 시 자막 392,000원, 제안서 편집 포함 약 45만 원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780401"/>
                <a:gridCol w="2446142"/>
                <a:gridCol w="2223765"/>
                <a:gridCol w="26685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단가(원)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수량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비용(원)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자막 10분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392,000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제안서 편집 정리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교정·교열 4쪽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458,000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81304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자막 2회·문서 3회 포함. 영상에 자막 입히기(5분당 15,000원)는 미포함.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시 비용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인력은 기획으로, 제작·검수는 외주로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내부에 남기는 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기획·촬영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고유명사·용어 목록 전달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납품물 최종 확인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외주로 넘기는 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받아 적기·SRT 제작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싱크 검수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제안서·문서 편집 정리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46만 원으로 24시간 회수, 싱크 사고 0건 목표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458,000원, 편당 59% 절감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싱크 검수·수정 2회 포함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숨고페이 안전결제, 납품 확인 후 정산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1개월 시범 운영 승인 요청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시범 운영 후 11월 정례화 여부 결정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시범 운영   →   월말 정산·품질 점검   →   정례화 결정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· 숨고·크몽 채팅으로 문의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콘텐츠 외주 제작비 현황과 단가 비교</dc:title>
  <dc:subject>PptxGenJS Presentation</dc:subject>
  <dc:creator>Swan</dc:creator>
  <cp:lastModifiedBy>Swan</cp:lastModifiedBy>
  <cp:revision>1</cp:revision>
  <dcterms:created xsi:type="dcterms:W3CDTF">2026-09-22T04:56:44Z</dcterms:created>
  <dcterms:modified xsi:type="dcterms:W3CDTF">2026-09-22T04:56:44Z</dcterms:modified>
</cp:coreProperties>
</file>