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자막·문서 제작 서비스 제안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○○협회 교육 영상 자막·교재 편집 제안 (예시)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디지털 제작  ·  2026.09.22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 협회의 상황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방법과 일정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75336" y="363474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950671" y="363474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조건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 협회의 상황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 협회의 상황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 협회의 상황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영상 20편에 자막이 없어 수강생 불만 접수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20~30분, 총 약 8시간 분량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AI 자막은 중간부터 시간이 밀려 사용 중단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 PDF 편집도 담당자 1명이 병행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없는 교육 영상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20편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20~30분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전 구간 싱크 대조, 교재는 편집 정리까지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20편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SRT 자막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싱크 검수·수정 2회 포함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3권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 양식·편집 정리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3회 포함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당일~1일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납기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접수 기준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내용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자막과 다른 점은 검수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AI 자막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처음·중간·끝만 확인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중간부터 밀려도 모름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요청 시 재제작 비용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발화와 대조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밀린 지점 자동 표시 후 보정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2회 포함, 담당자 최종 확인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방법과 일정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방법과 일정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방법과 일정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5편씩 4주, 매주 금요일 납품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1주차: 용어 목록 확인 후 5편 납품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2~4주차: 5편씩 납품, 수정 요청 반영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 편집은 3주차부터 병행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기간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5편 납품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조건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조건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조건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20편 1,780,000원, 교재 편집 포함 1,825,000원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780401"/>
                <a:gridCol w="2446142"/>
                <a:gridCol w="2223765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단가(원)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자막 30분 이내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1,780,000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 양식·편집 정리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1,825,000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40156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영상 기준. 번역 자막은 자막 금액의 120%. 영상에 입히기는 5분당 15,000원 별도.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조건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숨고페이 안전결제, 받아보신 뒤 거래 확정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결제금은 플랫폼 보관, 납품 확인 후 정산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수정 자막 2회·문서 3회 포함, 추가 수정 1회 10,000원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분량이 늘어나면 작업 전에 먼저 안내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자막 단가 (원)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89,000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이내, 수정 2회 포함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안에 20편 전부, 싱크 검수까지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싱크 대조, 담당자 최종 확인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5편, 4주 완료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1,825,000원, 안전결제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1편 샘플 제작 후 계약 여부 결정 요청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1편으로 먼저 확인하실 수 있습니다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1편   →   검토   →   계약   →   주 5편 납품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· 숨고·크몽 채팅으로 문의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자막·문서 제작 서비스 제안</dc:title>
  <dc:subject>PptxGenJS Presentation</dc:subject>
  <dc:creator>Swan</dc:creator>
  <cp:lastModifiedBy>Swan</cp:lastModifiedBy>
  <cp:revision>1</cp:revision>
  <dcterms:created xsi:type="dcterms:W3CDTF">2026-09-22T04:56:44Z</dcterms:created>
  <dcterms:modified xsi:type="dcterms:W3CDTF">2026-09-22T04:56:44Z</dcterms:modified>
</cp:coreProperties>
</file>