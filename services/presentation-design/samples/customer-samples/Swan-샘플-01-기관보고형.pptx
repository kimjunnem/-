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자막·문서 제작 외주 단가 검토 보고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제작 서비스 단가·납기·검수 방식 검토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○○연구원 기획운영팀 (예시)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배경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검수·납품 방식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75336" y="363474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50671" y="363474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의견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배경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배경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세미나 영상 자막과 결과보고서 편집을 외주로 처리할 필요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12회 세미나 영상(회당 30~40분) 자막 미제작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결과보고서·회의록 편집에 담당자 월 20시간 소요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 규정상 안전결제·수정 보장이 되는 업체 필요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자막 대상 영상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12편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회당 30~40분, 총 약 7시간 분량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길이 구간별 정액, 30분 초과는 5분 단위 가산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668518"/>
                <a:gridCol w="2668518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길이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포함 수정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납기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초과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 + 5분당 20,000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영상 기준. 번역 자막은 자막 금액의 120%(천 원 단위 반올림). 영상에 입히기 5분당 15,000원 별도.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문서는 기본 금액에 초과분만 단가 가산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446142"/>
                <a:gridCol w="2779707"/>
                <a:gridCol w="277970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종류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금액(원)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포함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단가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작성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A4 2쪽(1,500자)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양식·편집 정리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1,500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교정·교열·윤문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5,000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녹취 타이핑(속기)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분당 1,800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 변환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3장당 12,000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422452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수정 3회(학교 과제 2회), PPT 수정 2회 포함. 40쪽 초과분 쪽당 3,500원, 100쪽 초과는 접수하지 않음.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범위와 단가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세미나 영상 1편 기준 109,000원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89,000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이내 기본 (원)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2회 포함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+20,000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초과 5분 가산 (원)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35분까지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109,000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1편 합계 (원)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12편 연간 1,308,000원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검수·납품 방식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검수·납품 방식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검수·납품 방식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처음부터 끝까지 싱크를 대조한 뒤 납품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소리를 받아 적어 SRT 작성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스크립트가 있으면 실제 발화와 대조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고유명사·전문용어 사전 확인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싱크 검사(밀림·누락 자동 표시)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 길이 20자·초당 15자 이내 확인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최종 확인 후 납품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검수·납품 방식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결제는 숨고페이 안전결제, 받아본 뒤 거래 확정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전 결제금은 플랫폼이 보관, 납품 확인 후 정산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수정 자막 2회·문서 3회 포함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납기 당일~1일, 자료 접수 시점 기준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포함 수정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2~3회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수정 1회 10,000원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단가·검수 방식 모두 기관 외주 기준에 부합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영상 1편 109,000원, 연 12편 약 131만 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싱크 대조와 담당자 최종 확인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안전결제·수정 포함으로 규정 충족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세미나 영상 1편 시범 발주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발주 후 결과 보고 예정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발주   →   납품·검수   →   결과 보고   →   연간 계약 검토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· 숨고·크몽 채팅으로 문의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자막·문서 제작 외주 단가 검토 보고</dc:title>
  <dc:subject>PptxGenJS Presentation</dc:subject>
  <dc:creator>Swan</dc:creator>
  <cp:lastModifiedBy>Swan</cp:lastModifiedBy>
  <cp:revision>1</cp:revision>
  <dcterms:created xsi:type="dcterms:W3CDTF">2026-09-22T04:56:44Z</dcterms:created>
  <dcterms:modified xsi:type="dcterms:W3CDTF">2026-09-22T04:56:44Z</dcterms:modified>
</cp:coreProperties>
</file>