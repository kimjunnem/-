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월별 영업이익(억원)</c:v>
                </c:pt>
              </c:strCache>
            </c:strRef>
          </c:tx>
          <c:spPr>
            <a:solidFill>
              <a:srgbClr val="0F4C81"/>
            </a:solidFill>
            <a:ln w="31750" cap="flat">
              <a:solidFill>
                <a:srgbClr val="0F4C81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7월</c:v>
                  </c:pt>
                  <c:pt idx="1">
                    <c:v>8월</c:v>
                  </c:pt>
                  <c:pt idx="2">
                    <c:v>9월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2.6</c:v>
                </c:pt>
                <c:pt idx="2">
                  <c:v>3.1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Pretendard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3분기 실적 보고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 · 비용 현황 · 4분기 계획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주식회사 새솔 경영지원팀  ·  2026.09.22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B제품, 온라인 입점 후 매출 1.5배 증가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 온라인몰 입점, 8월부터 주문 본격화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거래처 재주문율 88% 유지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A·C제품 매출은 전 분기 수준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3분기 매출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15억원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10억원 대비 ▲ 5억원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제품별 실적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 대비 B제품만 초과 달성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13억원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12억원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11억원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실적(달성률)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A제품 13억원(100%)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15억원(125%)</a:t>
            </a:r>
            <a:endParaRPr lang="en-US" sz="1600" dirty="0"/>
          </a:p>
          <a:p>
            <a:pPr marL="203200" indent="-203200">
              <a:lnSpc>
                <a:spcPct val="15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C제품 10억원(91%)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11.8% 증가, 비용 증가는 4.1%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2668518"/>
                <a:gridCol w="2112577"/>
                <a:gridCol w="2112577"/>
                <a:gridCol w="2112577"/>
                <a:gridCol w="2112577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2분기(억원)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3분기(억원)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증감(억원)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증감률(%)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8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34.0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+11.8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+1.2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+4.1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영업이익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+2.8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+56.0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40156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결산(2026.07~2026.09), 예시 수치, 9월은 잠정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현황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월별 영업이익 석 달 연속 증가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36435" y="1645920"/>
          <a:ext cx="7315017" cy="39090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5623560"/>
            <a:ext cx="73150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자료: 경영지원팀 월 결산(2026.07~2026.09), 예시 수치, 9월은 잠정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68436" y="1783080"/>
            <a:ext cx="348682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3.1억원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168436" y="2743200"/>
            <a:ext cx="348682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영업이익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7월 대비 ▲ 1.0억원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계획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매출 41억원, B제품 18억원 목표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41억원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매출 목표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대비 ▲ 7.9%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B4530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18억원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매출 목표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대비 ▲ 3억원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2명</a:t>
            </a:r>
            <a:endParaRPr lang="en-US" sz="48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 인력 추가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온라인 전담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 11.8% 증가, 인력 2명 추가 필요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3분기 매출 38억원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34억원 대비 ▲ 11.8%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B제품이 증가분 주도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B제품 ▲ 5억원, 온라인 입점 효과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 7.8억원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2분기 5.0억원 대비 ▲ 56.0%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0F4C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4분기 B제품 온라인 전담 영업 인력 2명 채용 승인 요청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자료 · 가상의 회사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 시 10월 중 채용 완료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9월 말 채용 승인   →   10월 채용   →   11월 전담 배치   →   2027.01 4분기 보고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4C8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경영지원팀 과장 이○○ · 내선 1234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3분기 실적 보고</dc:title>
  <dc:subject>PptxGenJS Presentation</dc:subject>
  <dc:creator>Swan</dc:creator>
  <cp:lastModifiedBy>Swan</cp:lastModifiedBy>
  <cp:revision>1</cp:revision>
  <dcterms:created xsi:type="dcterms:W3CDTF">2026-09-22T03:51:40Z</dcterms:created>
  <dcterms:modified xsi:type="dcterms:W3CDTF">2026-09-22T03:51:40Z</dcterms:modified>
</cp:coreProperties>
</file>