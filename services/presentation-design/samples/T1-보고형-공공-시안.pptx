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22222"/>
                </a:solidFill>
                <a:latin typeface="Pretendard"/>
              </a:defRPr>
            </a:pPr>
            <a:r>
              <a:rPr sz="1600" b="0" i="0" u="none" strike="noStrike">
                <a:solidFill>
                  <a:srgbClr val="222222"/>
                </a:solidFill>
                <a:latin typeface="Pretendard"/>
              </a:rPr>
              <a:t>월별 안부 확인 누락 (건)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20</c:v>
                </c:pt>
                <c:pt idx="2">
                  <c:v>14</c:v>
                </c:pt>
                <c:pt idx="3">
                  <c:v>12</c:v>
                </c:pt>
                <c:pt idx="4">
                  <c:v>11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강조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한빛시 복지정책과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180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안부 확인 시범사업 결과 보고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상반기 · 12개 경로당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노인복지팀  ·  2026. 9. 22.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시범 결과, 안부 확인 누락이 절반으로 줄었습니다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5258" cy="2743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 누락 감소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(월 25건 → 12건)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1920240"/>
            <a:ext cx="3515258" cy="2743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2538" y="21488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12곳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200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경로당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어르신 486명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7797" y="1920240"/>
            <a:ext cx="3515258" cy="2743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1488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1.8억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200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확대 예산안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(24곳 기준)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요청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24곳 확대 여부와 예산 1.8억 원 편성을 결정해 주십시오.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19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2386584"/>
            <a:ext cx="101800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963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32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현황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3099816"/>
            <a:ext cx="101800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63040" y="3813048"/>
            <a:ext cx="101800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227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59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확대안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63040" y="4526280"/>
            <a:ext cx="101800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360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725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일정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홀로 사는 어르신의 안부 확인을 담당자 전화에만 의존해 누락이 반복되었습니다.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추진 배경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1명이 어르신 120명의 안부를 전화로 확인해 왔습니다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6766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전화 확인, 연결 안 되면 다음 주로 미룸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휴가·병가 때 대신 확인할 사람이 없음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사실을 사후에야 알게 되는 구조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874520"/>
            <a:ext cx="3824935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214884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기준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606040"/>
            <a:ext cx="3276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25건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3657600"/>
            <a:ext cx="3276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확인이 2주 이상 빠진 경우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추진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방식을 전화에서 경로당 출석 기록으로 바꿨습니다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18608" cy="502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4861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주 1회 전화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개인 수첩에 기록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여부를 알 수 없음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318608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87452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시범사업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06040"/>
            <a:ext cx="4861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출석을 태블릿으로 기록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연속 결석 시 담당자에게 알림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현황표 자동 작성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성과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12곳 모두 누락이 줄었고, 참여율이 높은 곳일수록 효과가 컸습니다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2194560"/>
                <a:gridCol w="213329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참여 경로당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인원(명)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월평균 누락(건)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감소율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도심권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5곳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외곽권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4곳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168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47%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농촌권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3곳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12곳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C810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26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한빛시 노인복지팀 내부 집계 (2026. 1.~6.), 예시 수치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성과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3개월 차부터 누락이 눈에 띄게 줄었습니다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2103120"/>
            <a:ext cx="3139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108960"/>
            <a:ext cx="3139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누락 건수.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전(월 25건)의 3분의 1 수준입니다.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한빛시 노인복지팀 내부 집계, 예시 수치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하반기 확대안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24곳으로 확대하면 등록 어르신 1,000명을 넘깁니다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24곳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4093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6118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경로당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32409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12곳 + 신청 12곳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38218" y="219456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1,020명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4338218" y="3429000"/>
            <a:ext cx="324093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8218" y="36118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예상 인원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38218" y="4114800"/>
            <a:ext cx="32409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경로당 명부 기준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7797" y="219456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1.8억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8127797" y="3429000"/>
            <a:ext cx="324093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7797" y="36118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예산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27797" y="4114800"/>
            <a:ext cx="32409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태블릿·통신비·운영 인력 포함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결정해 주시면 10월부터 바로 시작합니다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말   확대 여부 결정</a:t>
            </a:r>
            <a:endParaRPr lang="en-US" sz="18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  신청 경로당 12곳 장비 설치</a:t>
            </a:r>
            <a:endParaRPr lang="en-US" sz="18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   담당자 교육, 운영 시작</a:t>
            </a:r>
            <a:endParaRPr lang="en-US" sz="18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12월   1차 결과 보고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55280" y="1874520"/>
            <a:ext cx="3687775" cy="23774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560320"/>
            <a:ext cx="3139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노인복지팀 주무관 김○○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031-000-0000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경로당 안부 확인 시범사업 결과 보고</dc:title>
  <dc:subject>PptxGenJS Presentation</dc:subject>
  <dc:creator>한빛시 복지정책과</dc:creator>
  <cp:lastModifiedBy>한빛시 복지정책과</cp:lastModifiedBy>
  <cp:revision>1</cp:revision>
  <dcterms:created xsi:type="dcterms:W3CDTF">2026-09-22T03:41:13Z</dcterms:created>
  <dcterms:modified xsi:type="dcterms:W3CDTF">2026-09-22T03:41:13Z</dcterms:modified>
</cp:coreProperties>
</file>