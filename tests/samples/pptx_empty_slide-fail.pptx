
<file path=[Content_Types].xml><?xml version="1.0" encoding="utf-8"?>
<Types xmlns="http://schemas.openxmlformats.org/package/2006/content-types">
  <Default Extension="xml" ContentType="application/xml"/>
  <Override PartName="/ppt/presentation.xml" ContentType="application/vnd.openxmlformats-officedocument.presentationml.presentation.main+xml"/>
</Types>
</file>

<file path=ppt/presentation.xml><?xml version="1.0" encoding="utf-8"?>
<p:presentation xmlns:p="http://schemas.openxmlformats.org/presentationml/2006/main">
  <p:sldIdLst/>
</p:presentation>
</file>

<file path=ppt/slides/slide1.xml><?xml version="1.0" encoding="utf-8"?>
<p:sld xmlns:p="http://schemas.openxmlformats.org/presentationml/2006/main" xmlns:a="http://schemas.openxmlformats.org/drawingml/2006/main">
  <p:cSld>
    <p:spTree/>
  </p:cSld>
</p:sld>
</file>