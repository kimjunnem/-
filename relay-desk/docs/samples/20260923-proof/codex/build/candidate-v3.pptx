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fdb8b778b4240" /><Relationship Type="http://schemas.openxmlformats.org/officeDocument/2006/relationships/extended-properties" Target="/docProps/app.xml" Id="R4e58ef0aa0bc4193" /><Relationship Type="http://schemas.openxmlformats.org/officeDocument/2006/relationships/officeDocument" Target="/ppt/presentation.xml" Id="R1943388c31db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0d3a310434f29"/>
  </p:sldMasterIdLst>
  <p:notesMasterIdLst>
    <p:notesMasterId xmlns:r="http://schemas.openxmlformats.org/officeDocument/2006/relationships" r:id="R75f484bd463442ff"/>
  </p:notesMasterIdLst>
  <p:sldIdLst>
    <p:sldId xmlns:r="http://schemas.openxmlformats.org/officeDocument/2006/relationships" id="256" r:id="Rc5013f772d2a4035"/>
    <p:sldId xmlns:r="http://schemas.openxmlformats.org/officeDocument/2006/relationships" id="257" r:id="R252080d95c514cdf"/>
    <p:sldId xmlns:r="http://schemas.openxmlformats.org/officeDocument/2006/relationships" id="258" r:id="R216cb6c0402841c6"/>
    <p:sldId xmlns:r="http://schemas.openxmlformats.org/officeDocument/2006/relationships" id="259" r:id="Rbcca76880a0c4a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d190bfff64463" /><Relationship Type="http://schemas.openxmlformats.org/officeDocument/2006/relationships/slideMaster" Target="/ppt/slideMasters/slideMaster1.xml" Id="R5ea0d3a310434f29" /><Relationship Type="http://schemas.openxmlformats.org/officeDocument/2006/relationships/notesMaster" Target="/ppt/notesMasters/notesMaster1.xml" Id="R75f484bd463442ff" /><Relationship Type="http://schemas.openxmlformats.org/officeDocument/2006/relationships/presProps" Target="/ppt/presProps.xml" Id="Ra5a40980f585440b" /><Relationship Type="http://schemas.openxmlformats.org/officeDocument/2006/relationships/tableStyles" Target="/ppt/tableStyles.xml" Id="R96c09f3c30b5471d" /><Relationship Type="http://schemas.openxmlformats.org/officeDocument/2006/relationships/slide" Target="/ppt/slides/slide1.xml" Id="Rc5013f772d2a4035" /><Relationship Type="http://schemas.openxmlformats.org/officeDocument/2006/relationships/slide" Target="/ppt/slides/slide2.xml" Id="R252080d95c514cdf" /><Relationship Type="http://schemas.openxmlformats.org/officeDocument/2006/relationships/slide" Target="/ppt/slides/slide3.xml" Id="R216cb6c0402841c6" /><Relationship Type="http://schemas.openxmlformats.org/officeDocument/2006/relationships/slide" Target="/ppt/slides/slide4.xml" Id="Rbcca76880a0c4a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a54b63599044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489e0beb2457d" /><Relationship Type="http://schemas.openxmlformats.org/officeDocument/2006/relationships/notesMaster" Target="/ppt/notesMasters/notesMaster1.xml" Id="R6da663becfc8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bfe65d1214c54" /><Relationship Type="http://schemas.openxmlformats.org/officeDocument/2006/relationships/notesMaster" Target="/ppt/notesMasters/notesMaster1.xml" Id="R9784caa1691e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518eb43c944252" /><Relationship Type="http://schemas.openxmlformats.org/officeDocument/2006/relationships/notesMaster" Target="/ppt/notesMasters/notesMaster1.xml" Id="Rc7d33658ba3c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80830ea434a05" /><Relationship Type="http://schemas.openxmlformats.org/officeDocument/2006/relationships/notesMaster" Target="/ppt/notesMasters/notesMaster1.xml" Id="Rd60e41492868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12d5ba5794e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17ebbe5ff4f31" /><Relationship Type="http://schemas.openxmlformats.org/officeDocument/2006/relationships/slideLayout" Target="/ppt/slideLayouts/slideLayout1.xml" Id="R8c9645b7af10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645b7af10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eeb9dda6c4a5d" /><Relationship Type="http://schemas.openxmlformats.org/officeDocument/2006/relationships/notesSlide" Target="/ppt/notesSlides/notesSlide1.xml" Id="Rf4ace3fcf45a42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38ab2f284219" /><Relationship Type="http://schemas.openxmlformats.org/officeDocument/2006/relationships/notesSlide" Target="/ppt/notesSlides/notesSlide2.xml" Id="Rf484fbc0b78149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25e99b7ca4487" /><Relationship Type="http://schemas.openxmlformats.org/officeDocument/2006/relationships/notesSlide" Target="/ppt/notesSlides/notesSlide3.xml" Id="Re643d7e52acb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260669c54400" /><Relationship Type="http://schemas.openxmlformats.org/officeDocument/2006/relationships/notesSlide" Target="/ppt/notesSlides/notesSlide4.xml" Id="R68d304576574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py-1">
            <a:extLst xmlns:a="http://schemas.openxmlformats.org/drawingml/2006/main">
              <a:ext uri="{FF2B5EF4-FFF2-40B4-BE49-F238E27FC236}">
                <a16:creationId xmlns:a16="http://schemas.microsoft.com/office/drawing/2014/main" id="{10E7D547-1200-4C27-A87B-288DD8E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9B77AB24-E3FD-48F0-A967-D49765C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A672DEE0-E5A6-4359-8BB0-666EE9E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D03CEE64-41B1-445F-B0AF-E8AE4B7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715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swan 브랜드 콘텐츠 운영안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E08A4FF0-9E54-4CF6-A7A6-753A7D7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14550"/>
            <a:ext cx="109537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고객의 자료를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쓰기 좋은 형태로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C85C4068-1115-4548-82B0-F5AEF40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영상은 한국어 자막으로,</a:t>
            </a:r>
          </a:p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초안은 문서로, 보고서는 발표 자료로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73682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py-7">
            <a:extLst xmlns:a="http://schemas.openxmlformats.org/drawingml/2006/main">
              <a:ext uri="{FF2B5EF4-FFF2-40B4-BE49-F238E27FC236}">
                <a16:creationId xmlns:a16="http://schemas.microsoft.com/office/drawing/2014/main" id="{774FB851-BE67-4431-986C-9C5EED2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8">
            <a:extLst xmlns:a="http://schemas.openxmlformats.org/drawingml/2006/main">
              <a:ext uri="{FF2B5EF4-FFF2-40B4-BE49-F238E27FC236}">
                <a16:creationId xmlns:a16="http://schemas.microsoft.com/office/drawing/2014/main" id="{AB22B552-9D4A-4FDF-A98C-5A6839D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9">
            <a:extLst xmlns:a="http://schemas.openxmlformats.org/drawingml/2006/main">
              <a:ext uri="{FF2B5EF4-FFF2-40B4-BE49-F238E27FC236}">
                <a16:creationId xmlns:a16="http://schemas.microsoft.com/office/drawing/2014/main" id="{FB78AB4E-9D7B-4020-B7FE-EB5ED11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copy-10">
            <a:extLst xmlns:a="http://schemas.openxmlformats.org/drawingml/2006/main">
              <a:ext uri="{FF2B5EF4-FFF2-40B4-BE49-F238E27FC236}">
                <a16:creationId xmlns:a16="http://schemas.microsoft.com/office/drawing/2014/main" id="{D7CBDC2E-A96A-4B08-A6F2-3AADED4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맡길 자료와 받을 결과를 명확하게</a:t>
            </a:r>
          </a:p>
        </p:txBody>
      </p:sp>
      <p:sp>
        <p:nvSpPr>
          <p:cNvPr id="5" name="copy-11">
            <a:extLst xmlns:a="http://schemas.openxmlformats.org/drawingml/2006/main">
              <a:ext uri="{FF2B5EF4-FFF2-40B4-BE49-F238E27FC236}">
                <a16:creationId xmlns:a16="http://schemas.microsoft.com/office/drawing/2014/main" id="{60742642-9ABC-4BB1-81E6-1050286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영상 자막</a:t>
            </a:r>
          </a:p>
        </p:txBody>
      </p:sp>
      <p:sp>
        <p:nvSpPr>
          <p:cNvPr id="6" name="copy-12">
            <a:extLst xmlns:a="http://schemas.openxmlformats.org/drawingml/2006/main">
              <a:ext uri="{FF2B5EF4-FFF2-40B4-BE49-F238E27FC236}">
                <a16:creationId xmlns:a16="http://schemas.microsoft.com/office/drawing/2014/main" id="{62178170-C4B0-4C04-8885-7428CC4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영상과 대본 유무 확인</a:t>
            </a:r>
          </a:p>
        </p:txBody>
      </p:sp>
      <p:sp>
        <p:nvSpPr>
          <p:cNvPr id="7" name="copy-13">
            <a:extLst xmlns:a="http://schemas.openxmlformats.org/drawingml/2006/main">
              <a:ext uri="{FF2B5EF4-FFF2-40B4-BE49-F238E27FC236}">
                <a16:creationId xmlns:a16="http://schemas.microsoft.com/office/drawing/2014/main" id="{432DD38A-9B56-45C7-B210-07D6FF0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한국어 자막 파일(SRT)</a:t>
            </a:r>
          </a:p>
        </p:txBody>
      </p:sp>
      <p:sp>
        <p:nvSpPr>
          <p:cNvPr id="8" name="copy-14">
            <a:extLst xmlns:a="http://schemas.openxmlformats.org/drawingml/2006/main">
              <a:ext uri="{FF2B5EF4-FFF2-40B4-BE49-F238E27FC236}">
                <a16:creationId xmlns:a16="http://schemas.microsoft.com/office/drawing/2014/main" id="{8A01D7BC-3F9F-48C7-83BF-3DFBA2B9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외국어 영상은 한국어로 번역</a:t>
            </a:r>
          </a:p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영상 삽입은 별도 범위</a:t>
            </a:r>
          </a:p>
        </p:txBody>
      </p:sp>
      <p:sp>
        <p:nvSpPr>
          <p:cNvPr id="9" name="copy-15">
            <a:extLst xmlns:a="http://schemas.openxmlformats.org/drawingml/2006/main">
              <a:ext uri="{FF2B5EF4-FFF2-40B4-BE49-F238E27FC236}">
                <a16:creationId xmlns:a16="http://schemas.microsoft.com/office/drawing/2014/main" id="{1F7955C8-7197-473D-A1C2-CABAA5B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일반 문서</a:t>
            </a:r>
          </a:p>
        </p:txBody>
      </p:sp>
      <p:sp>
        <p:nvSpPr>
          <p:cNvPr id="10" name="copy-16">
            <a:extLst xmlns:a="http://schemas.openxmlformats.org/drawingml/2006/main">
              <a:ext uri="{FF2B5EF4-FFF2-40B4-BE49-F238E27FC236}">
                <a16:creationId xmlns:a16="http://schemas.microsoft.com/office/drawing/2014/main" id="{0B584594-0B75-42C9-9E64-D703091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초안과 참고 자료 확인</a:t>
            </a:r>
          </a:p>
        </p:txBody>
      </p:sp>
      <p:sp>
        <p:nvSpPr>
          <p:cNvPr id="11" name="copy-17">
            <a:extLst xmlns:a="http://schemas.openxmlformats.org/drawingml/2006/main">
              <a:ext uri="{FF2B5EF4-FFF2-40B4-BE49-F238E27FC236}">
                <a16:creationId xmlns:a16="http://schemas.microsoft.com/office/drawing/2014/main" id="{0FFC877B-F489-4A6A-8FAA-03BE908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순서와 표현을 정리한 문서</a:t>
            </a:r>
          </a:p>
        </p:txBody>
      </p:sp>
      <p:sp>
        <p:nvSpPr>
          <p:cNvPr id="12" name="copy-18">
            <a:extLst xmlns:a="http://schemas.openxmlformats.org/drawingml/2006/main">
              <a:ext uri="{FF2B5EF4-FFF2-40B4-BE49-F238E27FC236}">
                <a16:creationId xmlns:a16="http://schemas.microsoft.com/office/drawing/2014/main" id="{67334F26-0DCF-4A67-A73A-794CA1B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원문의 내용과 의도 유지</a:t>
            </a:r>
          </a:p>
        </p:txBody>
      </p:sp>
      <p:sp>
        <p:nvSpPr>
          <p:cNvPr id="13" name="copy-19">
            <a:extLst xmlns:a="http://schemas.openxmlformats.org/drawingml/2006/main">
              <a:ext uri="{FF2B5EF4-FFF2-40B4-BE49-F238E27FC236}">
                <a16:creationId xmlns:a16="http://schemas.microsoft.com/office/drawing/2014/main" id="{B2EE0DF1-557E-4F2A-BE08-7E2FD92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PPT 변환</a:t>
            </a:r>
          </a:p>
        </p:txBody>
      </p:sp>
      <p:sp>
        <p:nvSpPr>
          <p:cNvPr id="14" name="copy-20">
            <a:extLst xmlns:a="http://schemas.openxmlformats.org/drawingml/2006/main">
              <a:ext uri="{FF2B5EF4-FFF2-40B4-BE49-F238E27FC236}">
                <a16:creationId xmlns:a16="http://schemas.microsoft.com/office/drawing/2014/main" id="{3B8BAE41-8C93-4E02-A6F3-3A14CC9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보고서와 원고 확인</a:t>
            </a:r>
          </a:p>
        </p:txBody>
      </p:sp>
      <p:sp>
        <p:nvSpPr>
          <p:cNvPr id="15" name="copy-21">
            <a:extLst xmlns:a="http://schemas.openxmlformats.org/drawingml/2006/main">
              <a:ext uri="{FF2B5EF4-FFF2-40B4-BE49-F238E27FC236}">
                <a16:creationId xmlns:a16="http://schemas.microsoft.com/office/drawing/2014/main" id="{9A6905DF-76EE-49C4-91BB-678089A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핵심을 나눈 발표 자료</a:t>
            </a:r>
          </a:p>
        </p:txBody>
      </p:sp>
      <p:sp>
        <p:nvSpPr>
          <p:cNvPr id="16" name="copy-22">
            <a:extLst xmlns:a="http://schemas.openxmlformats.org/drawingml/2006/main">
              <a:ext uri="{FF2B5EF4-FFF2-40B4-BE49-F238E27FC236}">
                <a16:creationId xmlns:a16="http://schemas.microsoft.com/office/drawing/2014/main" id="{FDD22B71-60DC-4BC3-802E-169F6734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슬라이드별 전달 목적 정리</a:t>
            </a:r>
          </a:p>
        </p:txBody>
      </p:sp>
    </p:spTree>
    <p:extLst>
      <p:ext uri="{BB962C8B-B14F-4D97-AF65-F5344CB8AC3E}">
        <p14:creationId xmlns:p14="http://schemas.microsoft.com/office/powerpoint/2010/main" val="1901339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py-23">
            <a:extLst xmlns:a="http://schemas.openxmlformats.org/drawingml/2006/main">
              <a:ext uri="{FF2B5EF4-FFF2-40B4-BE49-F238E27FC236}">
                <a16:creationId xmlns:a16="http://schemas.microsoft.com/office/drawing/2014/main" id="{9E2279B8-B7C5-45CB-9909-4F09682B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4">
            <a:extLst xmlns:a="http://schemas.openxmlformats.org/drawingml/2006/main">
              <a:ext uri="{FF2B5EF4-FFF2-40B4-BE49-F238E27FC236}">
                <a16:creationId xmlns:a16="http://schemas.microsoft.com/office/drawing/2014/main" id="{ABFC03A4-344F-4812-9895-BD6DAAA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25">
            <a:extLst xmlns:a="http://schemas.openxmlformats.org/drawingml/2006/main">
              <a:ext uri="{FF2B5EF4-FFF2-40B4-BE49-F238E27FC236}">
                <a16:creationId xmlns:a16="http://schemas.microsoft.com/office/drawing/2014/main" id="{97552E8B-869E-454D-A448-7189ECD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copy-26">
            <a:extLst xmlns:a="http://schemas.openxmlformats.org/drawingml/2006/main">
              <a:ext uri="{FF2B5EF4-FFF2-40B4-BE49-F238E27FC236}">
                <a16:creationId xmlns:a16="http://schemas.microsoft.com/office/drawing/2014/main" id="{9FA988E5-0A50-40FE-ADF0-CED2203E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5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제작 전에 세 가지를 맞춥니다</a:t>
            </a:r>
          </a:p>
        </p:txBody>
      </p:sp>
      <p:sp>
        <p:nvSpPr>
          <p:cNvPr id="5" name="copy-27">
            <a:extLst xmlns:a="http://schemas.openxmlformats.org/drawingml/2006/main">
              <a:ext uri="{FF2B5EF4-FFF2-40B4-BE49-F238E27FC236}">
                <a16:creationId xmlns:a16="http://schemas.microsoft.com/office/drawing/2014/main" id="{4FC3787A-05DA-4E20-BF7C-4CE7C470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copy-28">
            <a:extLst xmlns:a="http://schemas.openxmlformats.org/drawingml/2006/main">
              <a:ext uri="{FF2B5EF4-FFF2-40B4-BE49-F238E27FC236}">
                <a16:creationId xmlns:a16="http://schemas.microsoft.com/office/drawing/2014/main" id="{582912C1-C951-49E4-BD49-CA04E27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527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원자료</a:t>
            </a:r>
          </a:p>
        </p:txBody>
      </p:sp>
      <p:sp>
        <p:nvSpPr>
          <p:cNvPr id="7" name="copy-29">
            <a:extLst xmlns:a="http://schemas.openxmlformats.org/drawingml/2006/main">
              <a:ext uri="{FF2B5EF4-FFF2-40B4-BE49-F238E27FC236}">
                <a16:creationId xmlns:a16="http://schemas.microsoft.com/office/drawing/2014/main" id="{1B464F3E-75DE-4FFF-AF7B-0A70816E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812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기존 영상·초안·보고서가 있나요?</a:t>
            </a:r>
          </a:p>
        </p:txBody>
      </p:sp>
      <p:sp>
        <p:nvSpPr>
          <p:cNvPr id="8" name="copy-30">
            <a:extLst xmlns:a="http://schemas.openxmlformats.org/drawingml/2006/main">
              <a:ext uri="{FF2B5EF4-FFF2-40B4-BE49-F238E27FC236}">
                <a16:creationId xmlns:a16="http://schemas.microsoft.com/office/drawing/2014/main" id="{E70FA302-9539-4279-A9BF-41E8C1B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copy-31">
            <a:extLst xmlns:a="http://schemas.openxmlformats.org/drawingml/2006/main">
              <a:ext uri="{FF2B5EF4-FFF2-40B4-BE49-F238E27FC236}">
                <a16:creationId xmlns:a16="http://schemas.microsoft.com/office/drawing/2014/main" id="{FDBAC992-9ACE-4CA6-BD29-1471B94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766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사용 목적</a:t>
            </a:r>
          </a:p>
        </p:txBody>
      </p:sp>
      <p:sp>
        <p:nvSpPr>
          <p:cNvPr id="10" name="copy-32">
            <a:extLst xmlns:a="http://schemas.openxmlformats.org/drawingml/2006/main">
              <a:ext uri="{FF2B5EF4-FFF2-40B4-BE49-F238E27FC236}">
                <a16:creationId xmlns:a16="http://schemas.microsoft.com/office/drawing/2014/main" id="{B11763B3-4D9E-4FA4-BAAC-B4172FE2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0522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어디에 쓰고, 누가 볼 자료인가요?</a:t>
            </a:r>
          </a:p>
        </p:txBody>
      </p:sp>
      <p:sp>
        <p:nvSpPr>
          <p:cNvPr id="11" name="copy-33">
            <a:extLst xmlns:a="http://schemas.openxmlformats.org/drawingml/2006/main">
              <a:ext uri="{FF2B5EF4-FFF2-40B4-BE49-F238E27FC236}">
                <a16:creationId xmlns:a16="http://schemas.microsoft.com/office/drawing/2014/main" id="{BCDCA19E-4E51-4CC8-A57E-588857DC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copy-34">
            <a:extLst xmlns:a="http://schemas.openxmlformats.org/drawingml/2006/main">
              <a:ext uri="{FF2B5EF4-FFF2-40B4-BE49-F238E27FC236}">
                <a16:creationId xmlns:a16="http://schemas.microsoft.com/office/drawing/2014/main" id="{FFB0ED87-B7F4-4E42-B4B1-7F800E4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006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필요한 시점</a:t>
            </a:r>
          </a:p>
        </p:txBody>
      </p:sp>
      <p:sp>
        <p:nvSpPr>
          <p:cNvPr id="13" name="copy-35">
            <a:extLst xmlns:a="http://schemas.openxmlformats.org/drawingml/2006/main">
              <a:ext uri="{FF2B5EF4-FFF2-40B4-BE49-F238E27FC236}">
                <a16:creationId xmlns:a16="http://schemas.microsoft.com/office/drawing/2014/main" id="{384F0124-F6B8-44CC-8D1B-7C22DB1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291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언제까지 필요하신가요?</a:t>
            </a:r>
          </a:p>
        </p:txBody>
      </p:sp>
    </p:spTree>
    <p:extLst>
      <p:ext uri="{BB962C8B-B14F-4D97-AF65-F5344CB8AC3E}">
        <p14:creationId xmlns:p14="http://schemas.microsoft.com/office/powerpoint/2010/main" val="435845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36">
            <a:extLst xmlns:a="http://schemas.openxmlformats.org/drawingml/2006/main">
              <a:ext uri="{FF2B5EF4-FFF2-40B4-BE49-F238E27FC236}">
                <a16:creationId xmlns:a16="http://schemas.microsoft.com/office/drawing/2014/main" id="{70FDE483-9BCB-4987-9EA9-682551E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37">
            <a:extLst xmlns:a="http://schemas.openxmlformats.org/drawingml/2006/main">
              <a:ext uri="{FF2B5EF4-FFF2-40B4-BE49-F238E27FC236}">
                <a16:creationId xmlns:a16="http://schemas.microsoft.com/office/drawing/2014/main" id="{08340C58-B9E5-4667-9938-0668863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8">
            <a:extLst xmlns:a="http://schemas.openxmlformats.org/drawingml/2006/main">
              <a:ext uri="{FF2B5EF4-FFF2-40B4-BE49-F238E27FC236}">
                <a16:creationId xmlns:a16="http://schemas.microsoft.com/office/drawing/2014/main" id="{1A837371-4ABA-42EC-8AC8-3463DDE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copy-39">
            <a:extLst xmlns:a="http://schemas.openxmlformats.org/drawingml/2006/main">
              <a:ext uri="{FF2B5EF4-FFF2-40B4-BE49-F238E27FC236}">
                <a16:creationId xmlns:a16="http://schemas.microsoft.com/office/drawing/2014/main" id="{A8DAEA45-A506-4AED-89F8-86A515C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완성한 뒤에도 원문으로 돌아갑니다</a:t>
            </a:r>
          </a:p>
        </p:txBody>
      </p:sp>
      <p:sp>
        <p:nvSpPr>
          <p:cNvPr id="5" name="copy-40">
            <a:extLst xmlns:a="http://schemas.openxmlformats.org/drawingml/2006/main">
              <a:ext uri="{FF2B5EF4-FFF2-40B4-BE49-F238E27FC236}">
                <a16:creationId xmlns:a16="http://schemas.microsoft.com/office/drawing/2014/main" id="{239A856A-A2C0-433A-ADA4-AB105417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6" name="copy-41">
            <a:extLst xmlns:a="http://schemas.openxmlformats.org/drawingml/2006/main">
              <a:ext uri="{FF2B5EF4-FFF2-40B4-BE49-F238E27FC236}">
                <a16:creationId xmlns:a16="http://schemas.microsoft.com/office/drawing/2014/main" id="{61218543-9CB0-43BC-BED0-A066D2F5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뜻과 조건이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바뀌지 않았는지</a:t>
            </a:r>
          </a:p>
        </p:txBody>
      </p:sp>
      <p:sp>
        <p:nvSpPr>
          <p:cNvPr id="7" name="copy-42">
            <a:extLst xmlns:a="http://schemas.openxmlformats.org/drawingml/2006/main">
              <a:ext uri="{FF2B5EF4-FFF2-40B4-BE49-F238E27FC236}">
                <a16:creationId xmlns:a16="http://schemas.microsoft.com/office/drawing/2014/main" id="{C1FCD728-55BA-43D6-8163-92596ADF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8" name="copy-43">
            <a:extLst xmlns:a="http://schemas.openxmlformats.org/drawingml/2006/main">
              <a:ext uri="{FF2B5EF4-FFF2-40B4-BE49-F238E27FC236}">
                <a16:creationId xmlns:a16="http://schemas.microsoft.com/office/drawing/2014/main" id="{19A74EC2-0D6E-4DCE-8DA7-9D3DACD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열리고 읽히며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잘리지 않는지</a:t>
            </a:r>
          </a:p>
        </p:txBody>
      </p:sp>
      <p:sp>
        <p:nvSpPr>
          <p:cNvPr id="9" name="copy-44">
            <a:extLst xmlns:a="http://schemas.openxmlformats.org/drawingml/2006/main">
              <a:ext uri="{FF2B5EF4-FFF2-40B4-BE49-F238E27FC236}">
                <a16:creationId xmlns:a16="http://schemas.microsoft.com/office/drawing/2014/main" id="{1E9169FF-BDCF-45BF-844B-342339EE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자막</a:t>
            </a:r>
          </a:p>
        </p:txBody>
      </p:sp>
      <p:sp>
        <p:nvSpPr>
          <p:cNvPr id="10" name="copy-45">
            <a:extLst xmlns:a="http://schemas.openxmlformats.org/drawingml/2006/main">
              <a:ext uri="{FF2B5EF4-FFF2-40B4-BE49-F238E27FC236}">
                <a16:creationId xmlns:a16="http://schemas.microsoft.com/office/drawing/2014/main" id="{6081B34D-119B-4011-92A0-C34F1E1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3105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음성보다 늦거나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빠르지 않은지</a:t>
            </a:r>
          </a:p>
        </p:txBody>
      </p:sp>
      <p:sp>
        <p:nvSpPr>
          <p:cNvPr id="11" name="copy-46">
            <a:extLst xmlns:a="http://schemas.openxmlformats.org/drawingml/2006/main">
              <a:ext uri="{FF2B5EF4-FFF2-40B4-BE49-F238E27FC236}">
                <a16:creationId xmlns:a16="http://schemas.microsoft.com/office/drawing/2014/main" id="{2BBA67D9-345E-4AB7-8CA5-2EC6EDE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76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수정한 이유를 기록해 다음 작업의 체크리스트에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36859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2026-09-23T12:20:16.5660000Z</dcterms:created>
  <dcterms:modified xsi:type="dcterms:W3CDTF">2026-09-23T12:20:16.5660000Z</dcterms:modified>
</coreProperties>
</file>