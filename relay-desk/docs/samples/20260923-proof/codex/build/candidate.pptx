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b3c7ce8f4a4cbf" /><Relationship Type="http://schemas.openxmlformats.org/officeDocument/2006/relationships/extended-properties" Target="/docProps/app.xml" Id="R2ac132474abe48b6" /><Relationship Type="http://schemas.openxmlformats.org/officeDocument/2006/relationships/officeDocument" Target="/ppt/presentation.xml" Id="R38b71252243844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68e57c8f14ab4"/>
  </p:sldMasterIdLst>
  <p:notesMasterIdLst>
    <p:notesMasterId xmlns:r="http://schemas.openxmlformats.org/officeDocument/2006/relationships" r:id="R2056b6e0911345ff"/>
  </p:notesMasterIdLst>
  <p:sldIdLst>
    <p:sldId xmlns:r="http://schemas.openxmlformats.org/officeDocument/2006/relationships" id="256" r:id="Re60103a2119b4118"/>
    <p:sldId xmlns:r="http://schemas.openxmlformats.org/officeDocument/2006/relationships" id="257" r:id="Rc7148ff8956743a9"/>
    <p:sldId xmlns:r="http://schemas.openxmlformats.org/officeDocument/2006/relationships" id="258" r:id="Rec5c3f8897b04f5c"/>
    <p:sldId xmlns:r="http://schemas.openxmlformats.org/officeDocument/2006/relationships" id="259" r:id="R0fc43fa8733943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e089b192184335" /><Relationship Type="http://schemas.openxmlformats.org/officeDocument/2006/relationships/slideMaster" Target="/ppt/slideMasters/slideMaster1.xml" Id="R4ad68e57c8f14ab4" /><Relationship Type="http://schemas.openxmlformats.org/officeDocument/2006/relationships/notesMaster" Target="/ppt/notesMasters/notesMaster1.xml" Id="R2056b6e0911345ff" /><Relationship Type="http://schemas.openxmlformats.org/officeDocument/2006/relationships/presProps" Target="/ppt/presProps.xml" Id="R4d57994723dc4e27" /><Relationship Type="http://schemas.openxmlformats.org/officeDocument/2006/relationships/tableStyles" Target="/ppt/tableStyles.xml" Id="R248c2c52b647468e" /><Relationship Type="http://schemas.openxmlformats.org/officeDocument/2006/relationships/slide" Target="/ppt/slides/slide1.xml" Id="Re60103a2119b4118" /><Relationship Type="http://schemas.openxmlformats.org/officeDocument/2006/relationships/slide" Target="/ppt/slides/slide2.xml" Id="Rc7148ff8956743a9" /><Relationship Type="http://schemas.openxmlformats.org/officeDocument/2006/relationships/slide" Target="/ppt/slides/slide3.xml" Id="Rec5c3f8897b04f5c" /><Relationship Type="http://schemas.openxmlformats.org/officeDocument/2006/relationships/slide" Target="/ppt/slides/slide4.xml" Id="R0fc43fa87339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1d6916d01a449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24974ecc4443d" /><Relationship Type="http://schemas.openxmlformats.org/officeDocument/2006/relationships/notesMaster" Target="/ppt/notesMasters/notesMaster1.xml" Id="R93eb24533c7247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e532dd02fb4dc6" /><Relationship Type="http://schemas.openxmlformats.org/officeDocument/2006/relationships/notesMaster" Target="/ppt/notesMasters/notesMaster1.xml" Id="R02c2fe94ef38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f81656d9454c09" /><Relationship Type="http://schemas.openxmlformats.org/officeDocument/2006/relationships/notesMaster" Target="/ppt/notesMasters/notesMaster1.xml" Id="Ra21feb11d45a4a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35e7a479a443b9" /><Relationship Type="http://schemas.openxmlformats.org/officeDocument/2006/relationships/notesMaster" Target="/ppt/notesMasters/notesMaster1.xml" Id="Rf203e6fd96dd48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함께 제공한 source-memo.txt 및 Swan_02_Edited_Report.docx. Swan 자체 제작 원문과 운영 제안이며 실제 고객 의뢰, 실적, 검증된 전환 성과를 의미하지 않습니다. 가격이나 납기를 제시하지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db5abdb504f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76c59d8a1648f5" /><Relationship Type="http://schemas.openxmlformats.org/officeDocument/2006/relationships/slideLayout" Target="/ppt/slideLayouts/slideLayout1.xml" Id="Rd07f447b4bee42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7f447b4bee42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804a51cd24943" /><Relationship Type="http://schemas.openxmlformats.org/officeDocument/2006/relationships/notesSlide" Target="/ppt/notesSlides/notesSlide1.xml" Id="R487df2842ecd41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3c1c749fa4e3e" /><Relationship Type="http://schemas.openxmlformats.org/officeDocument/2006/relationships/notesSlide" Target="/ppt/notesSlides/notesSlide2.xml" Id="Ree709aea73604a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51cb2e24246b0" /><Relationship Type="http://schemas.openxmlformats.org/officeDocument/2006/relationships/notesSlide" Target="/ppt/notesSlides/notesSlide3.xml" Id="Rb30c00d97f6948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ed40916f8846d6" /><Relationship Type="http://schemas.openxmlformats.org/officeDocument/2006/relationships/notesSlide" Target="/ppt/notesSlides/notesSlide4.xml" Id="R5cfde51bf16c4b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py-1">
            <a:extLst xmlns:a="http://schemas.openxmlformats.org/drawingml/2006/main">
              <a:ext uri="{FF2B5EF4-FFF2-40B4-BE49-F238E27FC236}">
                <a16:creationId xmlns:a16="http://schemas.microsoft.com/office/drawing/2014/main" id="{D0B8636F-7E31-4EE4-AD31-A29EAB10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">
            <a:extLst xmlns:a="http://schemas.openxmlformats.org/drawingml/2006/main">
              <a:ext uri="{FF2B5EF4-FFF2-40B4-BE49-F238E27FC236}">
                <a16:creationId xmlns:a16="http://schemas.microsoft.com/office/drawing/2014/main" id="{C8D721B2-2DB8-45A3-8A15-DFCB9CFD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">
            <a:extLst xmlns:a="http://schemas.openxmlformats.org/drawingml/2006/main">
              <a:ext uri="{FF2B5EF4-FFF2-40B4-BE49-F238E27FC236}">
                <a16:creationId xmlns:a16="http://schemas.microsoft.com/office/drawing/2014/main" id="{5238CAE0-3B25-4483-8B1F-A1BFE4BB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4" name="copy-4">
            <a:extLst xmlns:a="http://schemas.openxmlformats.org/drawingml/2006/main">
              <a:ext uri="{FF2B5EF4-FFF2-40B4-BE49-F238E27FC236}">
                <a16:creationId xmlns:a16="http://schemas.microsoft.com/office/drawing/2014/main" id="{4472564A-3CD1-474B-B4A3-0028DB55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7157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defRPr>
            </a:pPr>
            <a:r>
              <a:rPr sz="2100" b="0">
                <a:solidFill>
                  <a:srgbClr val="BBBBBB"/>
                </a:solidFill>
                <a:latin typeface="Pretendard"/>
                <a:ea typeface="Pretendard"/>
                <a:cs typeface="Pretendard"/>
              </a:rPr>
              <a:t>Swan 브랜드 콘텐츠 운영안</a:t>
            </a:r>
          </a:p>
        </p:txBody>
      </p:sp>
      <p:sp>
        <p:nvSpPr>
          <p:cNvPr id="5" name="copy-5">
            <a:extLst xmlns:a="http://schemas.openxmlformats.org/drawingml/2006/main">
              <a:ext uri="{FF2B5EF4-FFF2-40B4-BE49-F238E27FC236}">
                <a16:creationId xmlns:a16="http://schemas.microsoft.com/office/drawing/2014/main" id="{B51BC438-E654-40C8-897E-8694C601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114550"/>
            <a:ext cx="10953750" cy="2028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고객의 자료를</a:t>
            </a:r>
          </a:p>
          <a:p xmlns:a="http://schemas.openxmlformats.org/drawingml/2006/main">
            <a:pPr>
              <a:def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바로 쓸 수 있는 형태로</a:t>
            </a:r>
          </a:p>
        </p:txBody>
      </p:sp>
      <p:sp>
        <p:nvSpPr>
          <p:cNvPr id="6" name="copy-6">
            <a:extLst xmlns:a="http://schemas.openxmlformats.org/drawingml/2006/main">
              <a:ext uri="{FF2B5EF4-FFF2-40B4-BE49-F238E27FC236}">
                <a16:creationId xmlns:a16="http://schemas.microsoft.com/office/drawing/2014/main" id="{437BBAE1-2BC1-4672-8A1D-B2B6A8CF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19650"/>
            <a:ext cx="104775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영상은 한국어 자막으로,</a:t>
            </a:r>
          </a:p>
          <a:p xmlns:a="http://schemas.openxmlformats.org/drawingml/2006/main">
            <a:pPr>
              <a:def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EEEEEE"/>
                </a:solidFill>
                <a:latin typeface="Pretendard"/>
                <a:ea typeface="Pretendard"/>
                <a:cs typeface="Pretendard"/>
              </a:rPr>
              <a:t>초안은 문서로, 보고서는 발표 자료로 정리합니다.</a:t>
            </a:r>
          </a:p>
        </p:txBody>
      </p:sp>
    </p:spTree>
    <p:extLst>
      <p:ext uri="{BB962C8B-B14F-4D97-AF65-F5344CB8AC3E}">
        <p14:creationId xmlns:p14="http://schemas.microsoft.com/office/powerpoint/2010/main" val="8258089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py-7">
            <a:extLst xmlns:a="http://schemas.openxmlformats.org/drawingml/2006/main">
              <a:ext uri="{FF2B5EF4-FFF2-40B4-BE49-F238E27FC236}">
                <a16:creationId xmlns:a16="http://schemas.microsoft.com/office/drawing/2014/main" id="{3F456E3F-08D3-4687-813D-F72AD97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8">
            <a:extLst xmlns:a="http://schemas.openxmlformats.org/drawingml/2006/main">
              <a:ext uri="{FF2B5EF4-FFF2-40B4-BE49-F238E27FC236}">
                <a16:creationId xmlns:a16="http://schemas.microsoft.com/office/drawing/2014/main" id="{FEB9EA0E-AD9D-4E15-9BA7-45D59F9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9">
            <a:extLst xmlns:a="http://schemas.openxmlformats.org/drawingml/2006/main">
              <a:ext uri="{FF2B5EF4-FFF2-40B4-BE49-F238E27FC236}">
                <a16:creationId xmlns:a16="http://schemas.microsoft.com/office/drawing/2014/main" id="{73FE68EC-6CF9-4021-8631-A3110BDF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copy-10">
            <a:extLst xmlns:a="http://schemas.openxmlformats.org/drawingml/2006/main">
              <a:ext uri="{FF2B5EF4-FFF2-40B4-BE49-F238E27FC236}">
                <a16:creationId xmlns:a16="http://schemas.microsoft.com/office/drawing/2014/main" id="{D9571BB6-FEC2-4A54-B4B9-9E1A3E70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00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맡길 자료와 받을 결과를 명확하게</a:t>
            </a:r>
          </a:p>
        </p:txBody>
      </p:sp>
      <p:sp>
        <p:nvSpPr>
          <p:cNvPr id="5" name="copy-11">
            <a:extLst xmlns:a="http://schemas.openxmlformats.org/drawingml/2006/main">
              <a:ext uri="{FF2B5EF4-FFF2-40B4-BE49-F238E27FC236}">
                <a16:creationId xmlns:a16="http://schemas.microsoft.com/office/drawing/2014/main" id="{0DD23A44-B2A8-4D3C-A55F-E8440984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영상 자막</a:t>
            </a:r>
          </a:p>
        </p:txBody>
      </p:sp>
      <p:sp>
        <p:nvSpPr>
          <p:cNvPr id="6" name="copy-12">
            <a:extLst xmlns:a="http://schemas.openxmlformats.org/drawingml/2006/main">
              <a:ext uri="{FF2B5EF4-FFF2-40B4-BE49-F238E27FC236}">
                <a16:creationId xmlns:a16="http://schemas.microsoft.com/office/drawing/2014/main" id="{E376D9D4-A979-45EB-B3B8-ECF6D5C4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영상과 대본 유무 확인</a:t>
            </a:r>
          </a:p>
        </p:txBody>
      </p:sp>
      <p:sp>
        <p:nvSpPr>
          <p:cNvPr id="7" name="copy-13">
            <a:extLst xmlns:a="http://schemas.openxmlformats.org/drawingml/2006/main">
              <a:ext uri="{FF2B5EF4-FFF2-40B4-BE49-F238E27FC236}">
                <a16:creationId xmlns:a16="http://schemas.microsoft.com/office/drawing/2014/main" id="{F7EDCBD1-0441-4CE3-A760-CC0841DC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한국어 SRT 자막</a:t>
            </a:r>
          </a:p>
        </p:txBody>
      </p:sp>
      <p:sp>
        <p:nvSpPr>
          <p:cNvPr id="8" name="copy-14">
            <a:extLst xmlns:a="http://schemas.openxmlformats.org/drawingml/2006/main">
              <a:ext uri="{FF2B5EF4-FFF2-40B4-BE49-F238E27FC236}">
                <a16:creationId xmlns:a16="http://schemas.microsoft.com/office/drawing/2014/main" id="{D36AC58D-C753-4617-A89B-72FB4CBC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영상 삽입은 별도 범위</a:t>
            </a:r>
          </a:p>
        </p:txBody>
      </p:sp>
      <p:sp>
        <p:nvSpPr>
          <p:cNvPr id="9" name="copy-15">
            <a:extLst xmlns:a="http://schemas.openxmlformats.org/drawingml/2006/main">
              <a:ext uri="{FF2B5EF4-FFF2-40B4-BE49-F238E27FC236}">
                <a16:creationId xmlns:a16="http://schemas.microsoft.com/office/drawing/2014/main" id="{722B191C-F65C-41B3-8817-B12A3FBA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일반 문서</a:t>
            </a:r>
          </a:p>
        </p:txBody>
      </p:sp>
      <p:sp>
        <p:nvSpPr>
          <p:cNvPr id="10" name="copy-16">
            <a:extLst xmlns:a="http://schemas.openxmlformats.org/drawingml/2006/main">
              <a:ext uri="{FF2B5EF4-FFF2-40B4-BE49-F238E27FC236}">
                <a16:creationId xmlns:a16="http://schemas.microsoft.com/office/drawing/2014/main" id="{1E836590-6C5D-4237-8A6C-FF22EF2C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초안과 참고 자료 확인</a:t>
            </a:r>
          </a:p>
        </p:txBody>
      </p:sp>
      <p:sp>
        <p:nvSpPr>
          <p:cNvPr id="11" name="copy-17">
            <a:extLst xmlns:a="http://schemas.openxmlformats.org/drawingml/2006/main">
              <a:ext uri="{FF2B5EF4-FFF2-40B4-BE49-F238E27FC236}">
                <a16:creationId xmlns:a16="http://schemas.microsoft.com/office/drawing/2014/main" id="{28B83228-8443-4A82-AE3B-A4E7BF08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순서와 표현을 정리한 문서</a:t>
            </a:r>
          </a:p>
        </p:txBody>
      </p:sp>
      <p:sp>
        <p:nvSpPr>
          <p:cNvPr id="12" name="copy-18">
            <a:extLst xmlns:a="http://schemas.openxmlformats.org/drawingml/2006/main">
              <a:ext uri="{FF2B5EF4-FFF2-40B4-BE49-F238E27FC236}">
                <a16:creationId xmlns:a16="http://schemas.microsoft.com/office/drawing/2014/main" id="{567BDE47-2C6D-48ED-AEC6-EDDDB934E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9053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원문의 내용과 의도 유지</a:t>
            </a:r>
          </a:p>
        </p:txBody>
      </p:sp>
      <p:sp>
        <p:nvSpPr>
          <p:cNvPr id="13" name="copy-19">
            <a:extLst xmlns:a="http://schemas.openxmlformats.org/drawingml/2006/main">
              <a:ext uri="{FF2B5EF4-FFF2-40B4-BE49-F238E27FC236}">
                <a16:creationId xmlns:a16="http://schemas.microsoft.com/office/drawing/2014/main" id="{2E5A4B40-3D8E-4B45-9FA1-4A407CAC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6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PPT 변환</a:t>
            </a:r>
          </a:p>
        </p:txBody>
      </p:sp>
      <p:sp>
        <p:nvSpPr>
          <p:cNvPr id="14" name="copy-20">
            <a:extLst xmlns:a="http://schemas.openxmlformats.org/drawingml/2006/main">
              <a:ext uri="{FF2B5EF4-FFF2-40B4-BE49-F238E27FC236}">
                <a16:creationId xmlns:a16="http://schemas.microsoft.com/office/drawing/2014/main" id="{13E56C26-5CC7-48FD-B6B7-FE442697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defRPr>
            </a:pPr>
            <a:r>
              <a:rPr sz="1800" b="0">
                <a:solidFill>
                  <a:srgbClr val="555555"/>
                </a:solidFill>
                <a:latin typeface="Pretendard"/>
                <a:ea typeface="Pretendard"/>
                <a:cs typeface="Pretendard"/>
              </a:rPr>
              <a:t>보고서와 원고 확인</a:t>
            </a:r>
          </a:p>
        </p:txBody>
      </p:sp>
      <p:sp>
        <p:nvSpPr>
          <p:cNvPr id="15" name="copy-21">
            <a:extLst xmlns:a="http://schemas.openxmlformats.org/drawingml/2006/main">
              <a:ext uri="{FF2B5EF4-FFF2-40B4-BE49-F238E27FC236}">
                <a16:creationId xmlns:a16="http://schemas.microsoft.com/office/drawing/2014/main" id="{FCBBE570-40D8-4325-9418-11764D51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43375"/>
            <a:ext cx="3476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핵심을 나눈 발표 자료</a:t>
            </a:r>
          </a:p>
        </p:txBody>
      </p:sp>
      <p:sp>
        <p:nvSpPr>
          <p:cNvPr id="16" name="copy-22">
            <a:extLst xmlns:a="http://schemas.openxmlformats.org/drawingml/2006/main">
              <a:ext uri="{FF2B5EF4-FFF2-40B4-BE49-F238E27FC236}">
                <a16:creationId xmlns:a16="http://schemas.microsoft.com/office/drawing/2014/main" id="{7DB2466B-511B-4902-9B6D-06D53414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053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슬라이드별 전달 목적 정리</a:t>
            </a:r>
          </a:p>
        </p:txBody>
      </p:sp>
    </p:spTree>
    <p:extLst>
      <p:ext uri="{BB962C8B-B14F-4D97-AF65-F5344CB8AC3E}">
        <p14:creationId xmlns:p14="http://schemas.microsoft.com/office/powerpoint/2010/main" val="1610404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py-23">
            <a:extLst xmlns:a="http://schemas.openxmlformats.org/drawingml/2006/main">
              <a:ext uri="{FF2B5EF4-FFF2-40B4-BE49-F238E27FC236}">
                <a16:creationId xmlns:a16="http://schemas.microsoft.com/office/drawing/2014/main" id="{95A4B6AD-C31D-4AF1-BAF8-C4001670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24">
            <a:extLst xmlns:a="http://schemas.openxmlformats.org/drawingml/2006/main">
              <a:ext uri="{FF2B5EF4-FFF2-40B4-BE49-F238E27FC236}">
                <a16:creationId xmlns:a16="http://schemas.microsoft.com/office/drawing/2014/main" id="{962C3F2D-EE4A-4E34-AF27-326EC0DB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25">
            <a:extLst xmlns:a="http://schemas.openxmlformats.org/drawingml/2006/main">
              <a:ext uri="{FF2B5EF4-FFF2-40B4-BE49-F238E27FC236}">
                <a16:creationId xmlns:a16="http://schemas.microsoft.com/office/drawing/2014/main" id="{8240EDE0-A5DB-403F-A35D-3C254A56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copy-26">
            <a:extLst xmlns:a="http://schemas.openxmlformats.org/drawingml/2006/main">
              <a:ext uri="{FF2B5EF4-FFF2-40B4-BE49-F238E27FC236}">
                <a16:creationId xmlns:a16="http://schemas.microsoft.com/office/drawing/2014/main" id="{C98FBB70-B308-4570-B0E4-322542D1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858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제작 전에 세 가지를 맞춥니다</a:t>
            </a:r>
          </a:p>
        </p:txBody>
      </p:sp>
      <p:sp>
        <p:nvSpPr>
          <p:cNvPr id="5" name="copy-27">
            <a:extLst xmlns:a="http://schemas.openxmlformats.org/drawingml/2006/main">
              <a:ext uri="{FF2B5EF4-FFF2-40B4-BE49-F238E27FC236}">
                <a16:creationId xmlns:a16="http://schemas.microsoft.com/office/drawing/2014/main" id="{5FF358B7-2043-4A65-B509-2BC5D316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527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copy-28">
            <a:extLst xmlns:a="http://schemas.openxmlformats.org/drawingml/2006/main">
              <a:ext uri="{FF2B5EF4-FFF2-40B4-BE49-F238E27FC236}">
                <a16:creationId xmlns:a16="http://schemas.microsoft.com/office/drawing/2014/main" id="{CDB85FDC-314E-4747-A497-E1706AEB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5527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원자료</a:t>
            </a:r>
          </a:p>
        </p:txBody>
      </p:sp>
      <p:sp>
        <p:nvSpPr>
          <p:cNvPr id="7" name="copy-29">
            <a:extLst xmlns:a="http://schemas.openxmlformats.org/drawingml/2006/main">
              <a:ext uri="{FF2B5EF4-FFF2-40B4-BE49-F238E27FC236}">
                <a16:creationId xmlns:a16="http://schemas.microsoft.com/office/drawing/2014/main" id="{8995956F-A9BA-499B-BB57-0B60D9DF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812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기존 영상·초안·보고서가 있나요?</a:t>
            </a:r>
          </a:p>
        </p:txBody>
      </p:sp>
      <p:sp>
        <p:nvSpPr>
          <p:cNvPr id="8" name="copy-30">
            <a:extLst xmlns:a="http://schemas.openxmlformats.org/drawingml/2006/main">
              <a:ext uri="{FF2B5EF4-FFF2-40B4-BE49-F238E27FC236}">
                <a16:creationId xmlns:a16="http://schemas.microsoft.com/office/drawing/2014/main" id="{B904D416-473E-4AEF-AE58-1FAFB197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766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9" name="copy-31">
            <a:extLst xmlns:a="http://schemas.openxmlformats.org/drawingml/2006/main">
              <a:ext uri="{FF2B5EF4-FFF2-40B4-BE49-F238E27FC236}">
                <a16:creationId xmlns:a16="http://schemas.microsoft.com/office/drawing/2014/main" id="{643B7F5B-AAB6-421A-827D-1A7E4BE1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67665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사용 목적</a:t>
            </a:r>
          </a:p>
        </p:txBody>
      </p:sp>
      <p:sp>
        <p:nvSpPr>
          <p:cNvPr id="10" name="copy-32">
            <a:extLst xmlns:a="http://schemas.openxmlformats.org/drawingml/2006/main">
              <a:ext uri="{FF2B5EF4-FFF2-40B4-BE49-F238E27FC236}">
                <a16:creationId xmlns:a16="http://schemas.microsoft.com/office/drawing/2014/main" id="{62896E6A-F22B-4409-9AF8-B9BC4BD1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0522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어디에 쓰고, 누가 볼 자료인가요?</a:t>
            </a:r>
          </a:p>
        </p:txBody>
      </p:sp>
      <p:sp>
        <p:nvSpPr>
          <p:cNvPr id="11" name="copy-33">
            <a:extLst xmlns:a="http://schemas.openxmlformats.org/drawingml/2006/main">
              <a:ext uri="{FF2B5EF4-FFF2-40B4-BE49-F238E27FC236}">
                <a16:creationId xmlns:a16="http://schemas.microsoft.com/office/drawing/2014/main" id="{661A8D78-E823-4BE6-9D91-6A4FD2EBE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0060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pPr>
            <a:r>
              <a:rPr sz="2475" b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2" name="copy-34">
            <a:extLst xmlns:a="http://schemas.openxmlformats.org/drawingml/2006/main">
              <a:ext uri="{FF2B5EF4-FFF2-40B4-BE49-F238E27FC236}">
                <a16:creationId xmlns:a16="http://schemas.microsoft.com/office/drawing/2014/main" id="{D9AFDC6F-BDF5-4A90-86B3-6FD74F00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00600"/>
            <a:ext cx="247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4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희망 마감</a:t>
            </a:r>
          </a:p>
        </p:txBody>
      </p:sp>
      <p:sp>
        <p:nvSpPr>
          <p:cNvPr id="13" name="copy-35">
            <a:extLst xmlns:a="http://schemas.openxmlformats.org/drawingml/2006/main">
              <a:ext uri="{FF2B5EF4-FFF2-40B4-BE49-F238E27FC236}">
                <a16:creationId xmlns:a16="http://schemas.microsoft.com/office/drawing/2014/main" id="{63C89640-0166-436C-824D-2E3136EE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8291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17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언제까지 필요하신가요?</a:t>
            </a:r>
          </a:p>
        </p:txBody>
      </p:sp>
    </p:spTree>
    <p:extLst>
      <p:ext uri="{BB962C8B-B14F-4D97-AF65-F5344CB8AC3E}">
        <p14:creationId xmlns:p14="http://schemas.microsoft.com/office/powerpoint/2010/main" val="5848027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py-36">
            <a:extLst xmlns:a="http://schemas.openxmlformats.org/drawingml/2006/main">
              <a:ext uri="{FF2B5EF4-FFF2-40B4-BE49-F238E27FC236}">
                <a16:creationId xmlns:a16="http://schemas.microsoft.com/office/drawing/2014/main" id="{38756D28-72BB-4B03-A180-CD73F466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swan</a:t>
            </a:r>
          </a:p>
        </p:txBody>
      </p:sp>
      <p:sp>
        <p:nvSpPr>
          <p:cNvPr id="2" name="copy-37">
            <a:extLst xmlns:a="http://schemas.openxmlformats.org/drawingml/2006/main">
              <a:ext uri="{FF2B5EF4-FFF2-40B4-BE49-F238E27FC236}">
                <a16:creationId xmlns:a16="http://schemas.microsoft.com/office/drawing/2014/main" id="{5230B35C-534F-44D7-9AF7-AE256E15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자체 제작 샘플 · 원문을 발표용으로 재구성한 예시</a:t>
            </a:r>
          </a:p>
        </p:txBody>
      </p:sp>
      <p:sp>
        <p:nvSpPr>
          <p:cNvPr id="3" name="copy-38">
            <a:extLst xmlns:a="http://schemas.openxmlformats.org/drawingml/2006/main">
              <a:ext uri="{FF2B5EF4-FFF2-40B4-BE49-F238E27FC236}">
                <a16:creationId xmlns:a16="http://schemas.microsoft.com/office/drawing/2014/main" id="{665C69AA-DCB3-46BC-9CE1-C4D7F7E8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66666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" name="copy-39">
            <a:extLst xmlns:a="http://schemas.openxmlformats.org/drawingml/2006/main">
              <a:ext uri="{FF2B5EF4-FFF2-40B4-BE49-F238E27FC236}">
                <a16:creationId xmlns:a16="http://schemas.microsoft.com/office/drawing/2014/main" id="{5EDD3B12-9BCE-4190-95A3-03E4F81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049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35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완성한 뒤에도 원문으로 돌아갑니다</a:t>
            </a:r>
          </a:p>
        </p:txBody>
      </p:sp>
      <p:sp>
        <p:nvSpPr>
          <p:cNvPr id="5" name="copy-40">
            <a:extLst xmlns:a="http://schemas.openxmlformats.org/drawingml/2006/main">
              <a:ext uri="{FF2B5EF4-FFF2-40B4-BE49-F238E27FC236}">
                <a16:creationId xmlns:a16="http://schemas.microsoft.com/office/drawing/2014/main" id="{D993FD19-55DC-403D-BB4D-D2A7F5E7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내용</a:t>
            </a:r>
          </a:p>
        </p:txBody>
      </p:sp>
      <p:sp>
        <p:nvSpPr>
          <p:cNvPr id="6" name="copy-41">
            <a:extLst xmlns:a="http://schemas.openxmlformats.org/drawingml/2006/main">
              <a:ext uri="{FF2B5EF4-FFF2-40B4-BE49-F238E27FC236}">
                <a16:creationId xmlns:a16="http://schemas.microsoft.com/office/drawing/2014/main" id="{B461D8FC-9275-4D43-A10B-6CBB06F0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뜻과 조건이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바뀌지 않았는지</a:t>
            </a:r>
          </a:p>
        </p:txBody>
      </p:sp>
      <p:sp>
        <p:nvSpPr>
          <p:cNvPr id="7" name="copy-42">
            <a:extLst xmlns:a="http://schemas.openxmlformats.org/drawingml/2006/main">
              <a:ext uri="{FF2B5EF4-FFF2-40B4-BE49-F238E27FC236}">
                <a16:creationId xmlns:a16="http://schemas.microsoft.com/office/drawing/2014/main" id="{533814BE-6A38-42E2-A161-6819322A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8" name="copy-43">
            <a:extLst xmlns:a="http://schemas.openxmlformats.org/drawingml/2006/main">
              <a:ext uri="{FF2B5EF4-FFF2-40B4-BE49-F238E27FC236}">
                <a16:creationId xmlns:a16="http://schemas.microsoft.com/office/drawing/2014/main" id="{27526662-D6A2-48F5-988A-68DE6BF2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86125"/>
            <a:ext cx="32099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열리고 읽히며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잘리지 않는지</a:t>
            </a:r>
          </a:p>
        </p:txBody>
      </p:sp>
      <p:sp>
        <p:nvSpPr>
          <p:cNvPr id="9" name="copy-44">
            <a:extLst xmlns:a="http://schemas.openxmlformats.org/drawingml/2006/main">
              <a:ext uri="{FF2B5EF4-FFF2-40B4-BE49-F238E27FC236}">
                <a16:creationId xmlns:a16="http://schemas.microsoft.com/office/drawing/2014/main" id="{823C95DA-FA88-4A02-A73C-7893CDF98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77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자막</a:t>
            </a:r>
          </a:p>
        </p:txBody>
      </p:sp>
      <p:sp>
        <p:nvSpPr>
          <p:cNvPr id="10" name="copy-45">
            <a:extLst xmlns:a="http://schemas.openxmlformats.org/drawingml/2006/main">
              <a:ext uri="{FF2B5EF4-FFF2-40B4-BE49-F238E27FC236}">
                <a16:creationId xmlns:a16="http://schemas.microsoft.com/office/drawing/2014/main" id="{993856B8-ABB8-4B6C-B8F8-85ADC9EC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86125"/>
            <a:ext cx="3105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음성보다 늦거나</a:t>
            </a:r>
          </a:p>
          <a:p xmlns:a="http://schemas.openxmlformats.org/drawingml/2006/main">
            <a:pPr>
              <a:def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defRPr>
            </a:pPr>
            <a:r>
              <a:rPr sz="2325" b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빠르지 않은지</a:t>
            </a:r>
          </a:p>
        </p:txBody>
      </p:sp>
      <p:sp>
        <p:nvSpPr>
          <p:cNvPr id="11" name="copy-46">
            <a:extLst xmlns:a="http://schemas.openxmlformats.org/drawingml/2006/main">
              <a:ext uri="{FF2B5EF4-FFF2-40B4-BE49-F238E27FC236}">
                <a16:creationId xmlns:a16="http://schemas.microsoft.com/office/drawing/2014/main" id="{D673A31E-2BC6-483C-BDE1-86CA283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2768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수정한 이유를 기록해 다음 작업의 체크리스트에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693489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2026-09-23T12:09:35.1800000Z</dcterms:created>
  <dcterms:modified xsi:type="dcterms:W3CDTF">2026-09-23T12:09:35.1800000Z</dcterms:modified>
</coreProperties>
</file>