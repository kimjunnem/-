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누락(건)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20</c:v>
                </c:pt>
                <c:pt idx="2">
                  <c:v>14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안부 확인 시범사업 결과 보고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상반기 · 경로당 12곳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한빛시 복지정책과 노인복지팀  ·  2026.09.22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1명이 어르신 120명을 전화로 확인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1회 전화 확인, 미연결 시 다음 주로 연기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휴가·병가 기간 대체 인력 부재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사실을 사후에야 파악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월평균 누락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25건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확인이 2주 이상 빠진 경우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추진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방식을 출석 기록으로 전환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주 1회 전화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결과는 개인 수첩에 기록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여부 확인 불가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시범사업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출석을 태블릿으로 기록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연속 결석 시 담당자 알림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현황표 자동 작성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12곳 모두 누락 감소, 도심권 효과 최대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2668518"/>
                <a:gridCol w="2112577"/>
                <a:gridCol w="2112577"/>
                <a:gridCol w="2112577"/>
                <a:gridCol w="211257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경로당(곳)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인원(명)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월평균 누락(건)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감소율(%)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도심권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외곽권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농촌권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한빛시 노인복지팀 내부 집계(2026.01~2026.06), 예시 수치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결과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3개월 차부터 누락 뚜렷이 감소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6435" y="1645920"/>
          <a:ext cx="7315017" cy="39090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5623560"/>
            <a:ext cx="7315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한빛시 노인복지팀 내부 집계(2026.01~2026.06), 예시 수치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68436" y="1783080"/>
            <a:ext cx="34868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9건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68436" y="2743200"/>
            <a:ext cx="34868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누락 건수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전(월 25건)의 약 3분의 1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24곳 확대 시 등록 인원 1,000명 돌파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24곳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경로당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12곳 대비 ▲ 12곳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1,020명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예상 인원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486명 대비 ▲ 534명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1.8억원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예산(하반기)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태블릿·통신비·운영 인력 포함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 52% 감소, 하반기 24곳 확대 필요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 누락 52% 감소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25건 → 12건(2026.01~2026.06)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경로당 12곳 모두 효과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도심권 60%, 농촌권 40% 감소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예산 1.8억원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경로당 24곳, 등록 인원 1,020명 기준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24곳 확대 및 예산 1.8억원 편성 승인 요청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기관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10월부터 순차 시작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말 확대 결정   →   10월 장비 설치   →   11월 운영 시작   →   12월 1차 보고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노인복지팀 주무관 김○○ · 031-000-0000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경로당 안부 확인 시범사업 결과 보고</dc:title>
  <dc:subject>PptxGenJS Presentation</dc:subject>
  <dc:creator>Swan</dc:creator>
  <cp:lastModifiedBy>Swan</cp:lastModifiedBy>
  <cp:revision>1</cp:revision>
  <dcterms:created xsi:type="dcterms:W3CDTF">2026-09-22T04:13:34Z</dcterms:created>
  <dcterms:modified xsi:type="dcterms:W3CDTF">2026-09-22T04:13:34Z</dcterms:modified>
</cp:coreProperties>
</file>