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937"/>
                </a:solidFill>
                <a:latin typeface="Pretendard"/>
              </a:defRPr>
            </a:pPr>
            <a:r>
              <a:rPr sz="1600" b="0" i="0" u="none" strike="noStrike">
                <a:solidFill>
                  <a:srgbClr val="1F2937"/>
                </a:solidFill>
                <a:latin typeface="Pretendard"/>
              </a:rPr>
              <a:t>제품별 3분기 매출 (억 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기타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A제품</c:v>
                  </c:pt>
                  <c:pt idx="1">
                    <c:v>B제품</c:v>
                  </c:pt>
                  <c:pt idx="2">
                    <c:v>C제품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강조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A제품</c:v>
                  </c:pt>
                  <c:pt idx="1">
                    <c:v>B제품</c:v>
                  </c:pt>
                  <c:pt idx="2">
                    <c:v>C제품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15</c:v>
                </c:pt>
                <c:pt idx="2">
                  <c:v>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400" u="none">
                  <a:solidFill>
                    <a:srgbClr val="1F2937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28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주식회사 새솔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01800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3분기 실적 보고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· 제품별 현황 · 4분기 계획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경영지원팀  ·  2026. 9. 22.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매출 12% 증가, B제품이 증가분의 대부분을 차지했습니다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15258" cy="27432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매출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(전 분기 대비)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8218" y="1920240"/>
            <a:ext cx="3515258" cy="2743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2538" y="21488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38억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2004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매출액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(2분기 34억)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7797" y="1920240"/>
            <a:ext cx="3515258" cy="2743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02117" y="214884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2명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2004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영업 인력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요청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83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 요청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B제품 영업 인력 2명 추가 채용을 승인해 주십시오.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19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63040" y="2386584"/>
            <a:ext cx="101800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963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32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63040" y="3099816"/>
            <a:ext cx="101800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20954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계획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69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B제품이 온라인 판로를 연 뒤 매출이 크게 늘었습니다.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제품별 실적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B제품은 온라인 판로 추가 후 두 달 만에 매출이 1.5배가 됐습니다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6766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 온라인몰 입점, 8월부터 주문 본격화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거래처 재주문률 유지 (88%)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A·C제품은 전 분기와 비슷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8120" y="1874520"/>
            <a:ext cx="3824935" cy="35661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0" y="214884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3분기 매출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2606040"/>
            <a:ext cx="3276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15억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3657600"/>
            <a:ext cx="32762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10억 원 대비 5억 원 증가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제품별 실적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대비 B제품만 초과, C제품은 미달했습니다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18608" cy="5029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48614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A제품 13억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12억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C제품 11억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5318608" cy="5029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3048" y="187452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06040"/>
            <a:ext cx="48614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A제품 13억 (100%)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15억 (125%)</a:t>
            </a:r>
            <a:endParaRPr lang="en-US" sz="16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C제품 10억 (91%)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비용 현황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매출은 늘었지만 비용은 4% 늘어 영업이익률이 좋아졌습니다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  <a:gridCol w="2194560"/>
                <a:gridCol w="213329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2분기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3분기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증감률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34억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+4억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+12%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30.2억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+1.2억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+4%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영업이익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7.8억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+2.8억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B4530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+56%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023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경영지원팀 월 결산 (2026. 7.~9.), 예시 수치, 9월은 잠정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제품별 실적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제품 중 B제품 매출이 가장 컸습니다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03920" y="2103120"/>
            <a:ext cx="3139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5억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108960"/>
            <a:ext cx="31391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매출 증가분.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증가분(4억)보다 큽니다.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989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경영지원팀 월 결산, 예시 수치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4분기 계획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목표는 매출 41억, B제품 18억입니다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41억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24093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61188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매출 목표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32409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대비 +8%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38218" y="219456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18억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4338218" y="3429000"/>
            <a:ext cx="324093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38218" y="361188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목표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38218" y="4114800"/>
            <a:ext cx="32409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비중 40%로 확대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27797" y="219456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2명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8127797" y="3429000"/>
            <a:ext cx="324093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27797" y="361188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인력 추가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127797" y="4114800"/>
            <a:ext cx="32409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온라인 전담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승인해 주시면 10월 중 채용을 마칩니다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말   인력 추가 승인</a:t>
            </a:r>
            <a:endParaRPr lang="en-US" sz="18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  채용 공고·면접</a:t>
            </a:r>
            <a:endParaRPr lang="en-US" sz="18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11월   B제품 온라인 전담 배치</a:t>
            </a:r>
            <a:endParaRPr lang="en-US" sz="18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1월   4분기 실적 보고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55280" y="1874520"/>
            <a:ext cx="3687775" cy="23774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560320"/>
            <a:ext cx="3139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경영지원팀 과장 이○○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내선 1234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3분기 실적 보고</dc:title>
  <dc:subject>PptxGenJS Presentation</dc:subject>
  <dc:creator>주식회사 새솔</dc:creator>
  <cp:lastModifiedBy>주식회사 새솔</cp:lastModifiedBy>
  <cp:revision>1</cp:revision>
  <dcterms:created xsi:type="dcterms:W3CDTF">2026-09-22T03:41:38Z</dcterms:created>
  <dcterms:modified xsi:type="dcterms:W3CDTF">2026-09-22T03:41:38Z</dcterms:modified>
</cp:coreProperties>
</file>